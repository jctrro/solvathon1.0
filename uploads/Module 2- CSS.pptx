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EA0C-D0B1-EC3B-EFB2-DBF2C40C5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E4574-A3A8-632B-EE7C-DBEBF2768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298B7-9F2D-BB6A-BFE7-10D6AF78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05B9C-2DEF-F0CD-D1DE-7AE4631C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95A9F-F71E-9883-5824-557556B6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8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18C2-5326-7036-445E-7BB565A9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37897-8B64-3821-E0C3-50105041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EC7B-677D-2CB6-5F19-E2129A9A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27692-FC78-C808-0C71-A7EC77E6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2B63-D2AF-F77C-6D7B-A128FD19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1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C24B-B561-3634-AC07-3B811C9C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ED46D-6E28-AF84-7D51-89FC00E9B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EAD6E-E84D-349B-33A3-66C6836D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01759-C177-625B-2055-2B59838E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C1D4-C65F-A772-879B-CEC81D7B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3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BFDF-9AE7-87DB-E797-F279A4B9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8C355-B9DA-0D46-2711-E613825C8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0E12-3F20-CDEF-2882-ACCAA8D9D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A806A-7F99-E5A2-6918-AA97C3B8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114C2-3E1B-2839-488B-A566F8E5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43A49-6897-CDEC-A286-36662D73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7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277C-9504-174E-9665-BDA1199D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1A555-5D32-0735-EDC3-379C6534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6FA0E-4EFF-3A9D-4E56-37320902C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8A7ED-0530-146D-4D6A-9A1CF88DE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E0651-AC89-6152-6180-75AE7DF55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A4DB6-DFAA-5965-29CB-1CC2CE58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A9C1F-EA36-7A7D-1191-F604C59F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C1049-2BF7-11CC-D47D-AEE8E70E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5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40E7-4CE6-0E21-984E-B2EC1CE8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D924B-3746-AA31-657D-AB9C10B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0B047-E97E-0B8A-DF5B-ADB931D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0B223-8873-FF7C-99F8-0CD245F9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6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35C73-6AD8-FB9D-E05E-34D5A3FD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7C278-D665-3997-F586-07840BFB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D1CBD-8229-1628-D3E4-1D923C4A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97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5A3D-0D6B-5AE9-DFB1-76061973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7284-437B-2887-8664-8837CD6BA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EC083-6683-7F4E-2DFB-1ADBD735F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77AF2-848F-3BCF-477D-459AB5B9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5EF4B-26B3-52DC-91D1-6BAE69AC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88E54-DBFD-6ED3-8416-4F0D1555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84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9279-1404-4B3D-E7C3-14780703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07F2B-0E61-364B-66BC-71E387E4D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0F46-3787-57C8-D877-82B7BB0FF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7F92F-F655-B8E4-F892-226E6489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FC1AB-C3C3-18D1-6C4A-3ABEE835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18ACD-A55B-0BA6-F4D4-CF664D33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6CEE-B3DC-4020-D959-9B25AC21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BFFCA-9C8D-3F74-B9B7-1FA6E3465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02D5-2688-6BE5-0618-2ADA05B0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6DD2E-6852-1E2F-0F51-848362A9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951F4-25CD-C9C2-EB7C-E279DCB2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89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CD123-E343-339F-ECB4-44C36B153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8D63A-77B2-4F4B-978F-4A9AA2BD0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E9D97-9DB0-F00C-5B30-00A07A29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C3EFE-9DDE-8CED-A901-AC5B3ECC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9DB8-729B-45B7-D3F1-4DF328A2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62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9D9E7-BAF9-BA80-2331-EF4D915C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7DDC7-AD56-8325-9DCC-B4B8A2CE0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4095-CA1E-CA51-3CF8-E52A1FB91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FAE04-5968-4D26-8670-FB62F8B63D5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DA844-0D71-D6BC-E88E-2C9982E75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BB96C-F86A-299B-1C09-E7405938D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57D29-8FBC-47F0-B19A-55723DA84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44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56CA-AD0E-EB26-3CDA-1D20FB68F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C7C2A-E7F7-CF64-598A-4C4B1DDD20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4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F73C0-F46E-A800-8D57-1A114803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74B3-8532-97D6-2DBE-28824F343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background-size: 100%;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background-repeat:no-repeat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repeat-x, repeat;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background-position: center, top right, top left, bottom left, bottom right 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background-image:url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('paper.gif’);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:#b0c4de;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49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28CD-3FCF-1CCF-06F1-90DE18E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40E3-789D-6F83-4276-5CA0F64E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background-image:url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('img_tree.png');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background-repeat:no-repeat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background-position:top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 it can be written as: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{background:#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ffffff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('img_tree.png') no-repeat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right;}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38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44F6-9F99-54DD-1805-6FD09666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properties: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B4D6-9B16-AD38-5E3C-5AFC559CE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dirty="0" err="1"/>
              <a:t>Color</a:t>
            </a:r>
            <a:r>
              <a:rPr lang="en-IN" dirty="0"/>
              <a:t>: blue, #00ff00; </a:t>
            </a:r>
          </a:p>
          <a:p>
            <a:r>
              <a:rPr lang="en-IN" dirty="0" err="1"/>
              <a:t>rgb</a:t>
            </a:r>
            <a:r>
              <a:rPr lang="en-IN" dirty="0"/>
              <a:t>(0, 255, 0) → Green</a:t>
            </a:r>
          </a:p>
          <a:p>
            <a:r>
              <a:rPr lang="en-IN" dirty="0" err="1"/>
              <a:t>rgb</a:t>
            </a:r>
            <a:r>
              <a:rPr lang="en-IN" dirty="0"/>
              <a:t>(255, 0, 0) → Reds</a:t>
            </a:r>
          </a:p>
          <a:p>
            <a:r>
              <a:rPr lang="en-IN" dirty="0" err="1"/>
              <a:t>rgb</a:t>
            </a:r>
            <a:r>
              <a:rPr lang="en-IN" dirty="0"/>
              <a:t>(0, 0, 255) → Blue</a:t>
            </a:r>
          </a:p>
          <a:p>
            <a:r>
              <a:rPr lang="en-IN" dirty="0" err="1"/>
              <a:t>rgb</a:t>
            </a:r>
            <a:r>
              <a:rPr lang="en-IN" dirty="0"/>
              <a:t>(255, 255, 0) → Yellow</a:t>
            </a:r>
          </a:p>
          <a:p>
            <a:r>
              <a:rPr lang="en-IN" dirty="0" err="1"/>
              <a:t>rgb</a:t>
            </a:r>
            <a:r>
              <a:rPr lang="en-IN" dirty="0"/>
              <a:t>(0, 255, 255) → Cyan</a:t>
            </a:r>
          </a:p>
          <a:p>
            <a:r>
              <a:rPr lang="en-IN" dirty="0" err="1"/>
              <a:t>rgb</a:t>
            </a:r>
            <a:r>
              <a:rPr lang="en-IN" dirty="0"/>
              <a:t>(255, 0, 255) → Magenta</a:t>
            </a:r>
          </a:p>
          <a:p>
            <a:r>
              <a:rPr lang="en-IN" dirty="0" err="1"/>
              <a:t>rgb</a:t>
            </a:r>
            <a:r>
              <a:rPr lang="en-IN" dirty="0"/>
              <a:t>(0, 0, 0) → Black</a:t>
            </a:r>
          </a:p>
          <a:p>
            <a:r>
              <a:rPr lang="en-IN" dirty="0" err="1"/>
              <a:t>rgb</a:t>
            </a:r>
            <a:r>
              <a:rPr lang="en-IN" dirty="0"/>
              <a:t>(255, 255, 255) → White</a:t>
            </a:r>
          </a:p>
        </p:txBody>
      </p:sp>
    </p:spTree>
    <p:extLst>
      <p:ext uri="{BB962C8B-B14F-4D97-AF65-F5344CB8AC3E}">
        <p14:creationId xmlns:p14="http://schemas.microsoft.com/office/powerpoint/2010/main" val="358360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8ECD-F967-46BC-DEB1-8CDFA2CD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properties: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2888-8AED-8422-9A81-6F36073B9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Text-align: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right; justify; left;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 none; dashed; dotted;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text-transform: uppercase, lowercase, capitalize;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text-indent: 70px, 50px; </a:t>
            </a:r>
          </a:p>
        </p:txBody>
      </p:sp>
    </p:spTree>
    <p:extLst>
      <p:ext uri="{BB962C8B-B14F-4D97-AF65-F5344CB8AC3E}">
        <p14:creationId xmlns:p14="http://schemas.microsoft.com/office/powerpoint/2010/main" val="397329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DE8F-2FC2-BB54-0FFD-53D27494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Properties: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A83D-D82A-D5D0-43E9-95E78685B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font-family:"Times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Roman", Times, serif;</a:t>
            </a:r>
          </a:p>
          <a:p>
            <a:pPr marL="514350" indent="-514350"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font-style:normal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italic; oblique;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Font-size: 40px; 30px; 14px;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65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0064-9658-1C55-3586-A3424B75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432"/>
            <a:ext cx="10515600" cy="563153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Font Size With Em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the resizing problem with Internet Explorer, many developers use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pixels.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is recommended by the W3C.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1em is equal to the current font size. The default text size in browsers is 16px. So, the default size of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1em is 16px.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can be calculated from pixels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this formula: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pixels/16=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{font-size:2.5em;} /* 40px/16=2.5em */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h2 {font-size:1.875em;} /* 30px/16=1.875em */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{font-size:0.875em;} /* 14px/16=0.875em */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65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04A7-1441-1CC2-6A8F-BEC1C20D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links: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1A1-6435-08A4-A06E-9AEF5A72D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links states are: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a:link - a normal, unvisited link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a:visited - a link the user has visited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a:hover - a link when the user mouses over it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a:active - a link the moment it is clicked </a:t>
            </a:r>
          </a:p>
        </p:txBody>
      </p:sp>
    </p:spTree>
    <p:extLst>
      <p:ext uri="{BB962C8B-B14F-4D97-AF65-F5344CB8AC3E}">
        <p14:creationId xmlns:p14="http://schemas.microsoft.com/office/powerpoint/2010/main" val="392041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58D3-AAEF-CEA3-EF36-2C9781777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a:link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:#FF0000;} /* unvisited link */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a:visited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:#00FF00;} /* visited link */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a:hover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:#FF00FF;} /* mouse over link */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a:active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:#0000FF;} /* selected link */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a:link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text-decoration:none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a:visited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text-decoration:none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a:hover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text-decoration:underline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a:active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text-decoration:underline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a:link {background-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:#B2FF99;}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a:visited {background-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:#FFFF85;}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a:hover {background-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:#FF704D;}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a:active {background-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:#FF704D;}  </a:t>
            </a:r>
          </a:p>
        </p:txBody>
      </p:sp>
    </p:spTree>
    <p:extLst>
      <p:ext uri="{BB962C8B-B14F-4D97-AF65-F5344CB8AC3E}">
        <p14:creationId xmlns:p14="http://schemas.microsoft.com/office/powerpoint/2010/main" val="313156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81DE-C9A8-A446-2B93-EB91231E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properties: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F4C5-7320-2124-B7C1-CA326444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{list-style-type: circle;}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{list-style-type: square;}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{list-style-type: upper-roman;}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{list-style-type: lower-alpha;}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list-style-image: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('sqpurple.jpg');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85513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EB24-8A3D-68D6-5BA1-6F838486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 Style Properties: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8A012-E9A3-A0C7-4F41-74AEF608E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border-top-style:dotted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border-right-style:solid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border-bottom-style:dotted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border-left-style:solid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55945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7282-C04F-A84C-4556-C46F1487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properties: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D82F-E856-835B-A8B9-09514719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 type="text/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h1.hidden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visibility:hidden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&lt;/style&gt;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&lt;/head&gt;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&lt;body&gt;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&lt;h1&gt;This is a visible heading&lt;/h1&gt;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&lt;h1 class="hidden"&gt;This is a hidden heading&lt;/h1&gt;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&lt;p&gt;Notice that the hidden heading still takes up space.&lt;/p&gt;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a visible heading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Notice that the hidden heading still takes up space.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50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722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Introduction to CSS</vt:lpstr>
      <vt:lpstr>Background properties</vt:lpstr>
      <vt:lpstr>Background properties</vt:lpstr>
      <vt:lpstr>Text properties:</vt:lpstr>
      <vt:lpstr>Text properties:</vt:lpstr>
      <vt:lpstr>Font Properties:</vt:lpstr>
      <vt:lpstr>PowerPoint Presentation</vt:lpstr>
      <vt:lpstr>Styling links:</vt:lpstr>
      <vt:lpstr>PowerPoint Presentation</vt:lpstr>
      <vt:lpstr>List properties:</vt:lpstr>
      <vt:lpstr>Border Style Properties:</vt:lpstr>
      <vt:lpstr>Hidden properties: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Hegde</dc:creator>
  <cp:lastModifiedBy>Rashmi Hegde</cp:lastModifiedBy>
  <cp:revision>8</cp:revision>
  <dcterms:created xsi:type="dcterms:W3CDTF">2025-02-01T04:53:28Z</dcterms:created>
  <dcterms:modified xsi:type="dcterms:W3CDTF">2025-02-11T10:11:31Z</dcterms:modified>
</cp:coreProperties>
</file>